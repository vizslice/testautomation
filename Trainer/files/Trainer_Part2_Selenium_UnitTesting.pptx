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
Say: 'Now we get practical. We write real code that controls a real browser. By lunchtime you will have seen your first automated test run.'
Make sure IDE is open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 – 11:45  (15 min)
Draw the flow on the whiteboard — physical drawing helps it stick.
Selenium Manager: before v4.6, ChromeDriver had to be downloaded manually. Ensure students use Selenium 4.18.1 in pom.xml.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11:45 – 12:15  (30 min)
LIVE CODE THIS — type it in the IDE while they watch.
Make a typo on purpose — show what the error looks like. Fix it.
Run it. Watch Chrome open. PAUSE. Let them take in the 'wow' moment — browser moving by itself.
LUNCH: 12:15 – 13:15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After lunch — 13:15
Demo in Chrome DevTools: F12, Elements, Ctrl+F to search by CSS.
SHOW ABSOLUTE XPATH DANGER: right-click → Copy XPath → get /html/body/div[2]/form/input[1]. Change one div. Breaks immediately.
Make them say the golden rule aloud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13:15 – 13:30  (15 min)
BP 03 — driver.quit(): Run a test without it. Open Task Manager. Count Chrome processes. Run again. More processes. The leak. They remember when they see it.
After this — go straight to Lab 1. Do not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 ANSWERS:
Test 1:
driver.findElement(By.id('username')).sendKeys('admin');
driver.findElement(By.id('password')).sendKeys('password123');
driver.findElement(By.id('loginBtn')).click();
assertEquals('Dashboard', driver.getTitle());
Test 2:
driver.findElement(By.id('username')).sendKeys('admin');
driver.findElement(By.id('password')).sendKeys('wrongpass');
driver.findElement(By.id('loginBtn')).click();
assertTrue(driver.findElement(By.id('errorMsg')).isDisplayed());
Test 3:
driver.findElement(By.id('loginBtn')).click();
assertTrue(driver.findElement(By.cssSelector('.validation-error')).isDisplayed());
COMMON ERRORS:
1. NoSuchElementException — ID mismatch. Fix: inspect in DevTools.
2. Test passes with wrong password — no assertion. FALSE POSITIVE. Best teaching moment of the day.
3. driver.quit() before assertions — browser closes too early.
BREAK: 15:00 – 15:15
Check who finished, pair up anyone stuck with someone who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POSITIVE is the best teaching moment. Test is green but checking nothing. This is why assertions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End of Day 1 — approx 16:45
Say: 'The tests you wrote today work — but in real projects we structure them using Page Object Model. Some teams write tests in plain English using BDD with Cucumber. Both in mid-level.'
Two sentences per topic. Close Day 1: 'Tomorrow at 09:00 — unit testing and API testing.'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Day 2 — 09:00
Say: 'Yesterday we tested a full browser. Today we start smaller — a single function. If you only learn one thing this week, learn unit testing.'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09:00 – 09:15  (15 min)
Analogy: 'A unit test is like testing a single light switch — does this switch turn on? Yes. Pass.'
Isolation question: 'If your unit test calls a real database, what happens when the database is down?' They get it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09:15 – 09:45  (30 min)
LIVE CODE THIS. Start with assertEquals(4, 2+2). Run it. 'You just wrote a unit test.'
Make add() return wrong value. Test fails. Fix it. Pass. That is the TDD red-green cycle.
Q: '@BeforeAll vs @BeforeEach?' Use @BeforeEach for cheap setup. @BeforeAll for expensive (start a server) — must be static.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09:45 – 10:15  (30 min)
Show pytest immediately after JUnit — the comparison is the lesson.
Fixtures: 'A fixture is a supplier. Multiple tests need a calculator? The fixture supplies one freshly for each.'
Run pytest -v from terminal together. Show green output.
BREAK: 10:15 – 10:30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10:30 – 10:45  (15 min)
2 minutes on the table — it is a reference. Spend most time on the green bar.
Ask: 'Who prefers Java so far? Python?' Both are valid — in the lab they write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10:45 – 11:00  (15 min)
BP 02 exercise: show 5 bad test names (test1, testLogin, myTest). Ask them to rename. Fast, engaging, memorable.
BP 03: 'If it hits a database, it is an integration test — not wrong, just different. Call it what it 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2 ANSWERS:
JUnit 5:
assertEquals(5, calc.add(2,3));
assertEquals(1, calc.subtract(3,2));
assertEquals(6, calc.multiply(2,3));
assertEquals(2, calc.divide(6,3));
assertThrows(ArithmeticException.class, () -&gt; calc.divide(10,0));
pytest:
assert calc.add(2,3) == 5
assert calc.subtract(3,2) == 1
assert calc.multiply(2,3) == 6
assert calc.divide(6,3) == 2
with pytest.raises(ZeroDivisionError): calc.divide(10,0)
BUG: Change add() to return a + b + 1. Test fails: expected 5 but was 6.
COMMON ERRORS:
1. Wrong exception — ArithmeticException (Java) vs ZeroDivisionError (Python)
2. Fixture not injected — def test_x(): instead of def test_x(calc):
3. assertEquals arguments reversed — JUnit is assertEquals(expected, actual)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bug catch moment is the most valuable part of this lab. When the test catches the bug and shows 'expected 5 but was 6' — that is the moment they understand WHY we write tests. Not abstract anymore.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Automation with Selenium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first browser automation tests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SELENIUM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Test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13432" y="13533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87168" y="9601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1078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 WebDriver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78608" y="1600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3533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45152" y="9601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078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Driver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600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ChromeDriver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38544" y="135331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078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 Browser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600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Browser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33172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23957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Selenium Manager (v4.6+) — automatically downloads the correct ChromeDriver. No manual version matching needed.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182112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32735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WebDriver Interface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" y="3639312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findElement(), click(), sendKeys(), navigate().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3182112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28416" y="32735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28416" y="3639312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Selenium finds elements — ID, CSS selector, XPath.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25896" y="3182112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81344" y="32735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81344" y="3639312"/>
            <a:ext cx="23957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results — page title, text, URL, visibility.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SELENIUM 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34924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6012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+ Selenium + JUnit 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61211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loginTest()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660550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WebDriver driver =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59890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ChromeDriver();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driver.get("https://demo.site/login");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657246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driver.findElement(By.id("username"))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856586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.sendKeys("testuser");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driver.findElement(By.id("loginBtn"))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454603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.click();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853282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assertEquals("Dashboard",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052621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driver.getTitle());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251960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driver.quit();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451299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33872" y="96012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9632" y="96012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99632" y="11887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this method as a test case for JUnit.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33872" y="155448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15544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ChromeDriver()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99632" y="17830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 real Chrome browser window.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33872" y="214884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214884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driver.get()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23774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Navigates to the URL.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33872" y="27432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274320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findElement()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9632" y="29718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Locates element on the page by ID.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33872" y="333756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33375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assertEquals()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99632" y="35661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page title matches expected.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33872" y="384048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99632" y="38404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driver.quit()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99632" y="40690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browser. Always clean up.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LOCATORS — FINDING ELEMENTS ON THE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96012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60120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941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By.id()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27632" y="1289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By.id("loginBtn")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83480" y="105156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are unique per page — fastest and most reliable.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01368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1892808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92808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27632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By.cssSelector()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627632" y="2221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By.cssSelector(".btn-login")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19842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selectors are fast and widely supported. Preferred over XPath.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734056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" y="2825496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82549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needed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By.name()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27632" y="3154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By.name("username")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9169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form inputs with a name attribute.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66744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3758184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58184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27632" y="3739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By.xpath()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627632" y="4087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By.xpath("//button[@type='submit']")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384962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but brittle. Avoid absolute XPath — breaks on any DOM change.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617720"/>
            <a:ext cx="850392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Golden Rule:  ID first → CSS selector second → XPath only when there is no other option.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SELENIUM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Prefer CSS selectors over XPath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selectors are faster and easier to read. Absolute XPath breaks the moment someone adds a div to the page.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Each test must be fully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rely on a previous test having run or left the browser in a certain state. Each test sets up and tears down its own environment.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Always call driver.quit() at the 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quit(), you leak memory and leave Chrome processes running. Use @AfterEach to guarantee cleanup even if the test fails.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 Test Suite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47088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Maven project with Selenium 4.18.1 and JUnit 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22576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3225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demo login page provided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798064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79806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1 — Successful login with valid credentials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2735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735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2 — Failed login with wrong password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3 — Empty username field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224528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245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3 tests and confirm they 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4389120" cy="384048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26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13:30 – 15:00  •  Day 1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ANSWERS &amp; COMMON ERRORS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Do not show to students. Share answers verbally only.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1024128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719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 — Successful Login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driver.findElement(By.id("username")).sendKeys("admin");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driver.findElement(By.id("password")).sendKeys("password123");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driver.findElement(By.id("loginBtn")).click();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assertEquals("Dashboard", driver.getTitle());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1024128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743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2 — Wrong Password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999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driver.findElement(By.id("username")).sendKeys("admin");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driver.findElement(By.id("password")).sendKeys("wrongpass");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driver.findElement(By.id("loginBtn")).click();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assertTrue(driver.findElement(By.id("errorMsg")).isDisplayed());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273552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328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3 — Empty Username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5844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driver.findElement(By.id("loginBtn")).click();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assertTrue(driver.findElement(By.cssSelector(".validation-error")).isDisplayed());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208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  —  Common errors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956048"/>
            <a:ext cx="822960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NoSuchElementException — ID mismatch (inspect in DevTools).  2. Test passes with wrong password — missing assertion = FALSE POSITIVE.  3. driver.quit() inside test before assertions.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Lab 1 Answers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IN MID-LEVEL TRAINING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these briefly — 2 sentences each. No teaching. Move 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 (POM)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structure Selenium tests for real projects — separating test logic from page interaction.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BDD &amp; Cucumber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28416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tests in plain English using Gherkin so the whole team can read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Automation — Appium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Selenium skills to iOS and Android mobile apps.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What's Next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in Java and pytest in Python — side by side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UNIT TESTING?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unit test verifies that a single, isolated piece of code — one function or one class method — behaves correctly for a given input.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69848" y="19202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228600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database. No network. No file system. Mock everything external.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58968" y="19202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58968" y="228600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run in milliseconds. 1000 tests finish in under 10 seconds.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69848" y="333756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70332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test fails, you know exactly which function broke.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58968" y="333756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370332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unit tests show how a function is supposed to be used.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WITH JUNIT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JUnit 5 — 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org.junit.jupiter.api.*;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CalculatorTest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56816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@BeforeEach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13055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setup()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304288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before each 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478024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825496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9923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addsTwoNumbers() 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172968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Calculator calc = new Calculator();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346704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calc.add(2, 3);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520440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assertEquals(5, result);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694176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4041648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@AfterEach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4215384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teardown() { /* cleanup */ 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389120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89611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941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15000" y="1216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before every @Test. Use for setup — create objects.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67335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1719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19933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method as a test case. JUnit discovers and runs it.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245059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15000" y="24963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@AfterEach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0" y="2770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after every @Test. Use for cleanup.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22783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15000" y="3273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35478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assertion — expected equals actual.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400507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15000" y="4050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@BeforeAll / @AfterAll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4325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once for all tests in the class. Must be static.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WITH PYTEST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pytest — Python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53896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calculator import Calculator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837944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029968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calc():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22199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Calculator()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60604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test_adds_two_numbers(calc):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798064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calc.add(2, 3)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90088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result ==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374136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test_raises_on_divide_by_zero(calc):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56616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pytest.raises(ValueError):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758184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calc.divide(10, 0)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414223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Run: pytest -v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89611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941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15000" y="1216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@BeforeEach. Returns fresh object for each test.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167335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1719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test_*()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15000" y="19933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function starting with test_ is auto-discovered.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245059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24963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2770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keyword. pytest rewrites for detailed failure messages.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322783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15000" y="3273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pytest.raises()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0" y="35478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Asserts a specific exception is raised.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400507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15000" y="4050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4325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from terminal. -v gives verbose test output.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5 vs PYTEST — SIDE BY SIDE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896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(Java)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896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(Python)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discovery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annotated @Test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 starting with test_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73936"/>
            <a:ext cx="8503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 method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9424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304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Teardown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2316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@AfterEach method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in fixture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724912"/>
            <a:ext cx="8503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7797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assertEquals(expected, actual)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actual == expected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20040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255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23160" y="3255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assertThrows(Ex.class, () -&gt; …)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255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pytest.raises(Exception)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75888"/>
            <a:ext cx="8503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a test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23160" y="3730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@Disabled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3730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@pytest.mark.skip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51376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231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645152"/>
            <a:ext cx="8503920" cy="347472"/>
          </a:xfrm>
          <a:prstGeom prst="roundRect">
            <a:avLst>
              <a:gd name="adj" fmla="val 2631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The concepts are identical — only the syntax differs. Learn one well and the other becomes easy.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UNIT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One assertion per test where possible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checking 10 things tells you nothing when it fails. One assertion gives a precise failure message every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Name your tests like documentation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test_login_fails_when_password_is_wrong tells you everything. test2 tells you nothing. Test names are the specification.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use real databases or external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must be isolated. Mock or stub any external dependency. If it hits a real server, it is an integration test, not a unit test.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— Java &amp; Python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1762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a Calculator class in Java and 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5 JUnit 5 tests: add, subtract, multiply, divide, divide by zero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272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1272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mvn test — confirm all 5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17627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21762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same 5 tests in pytest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743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 bug into Calculator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1012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31012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tests catch it — fix and re-run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617720"/>
            <a:ext cx="438912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626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13:30 – 15:00  •  Day 2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ANSWERS &amp; COMMON ERRORS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Do not show to students. Share answers verbally only.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719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— 5 tests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assertEquals(5, calc.add(2,3));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assertEquals(1, calc.subtract(3,2));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assertEquals(6, calc.multiply(2,3));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assertEquals(2, calc.divide(6,3));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assertThrows(ArithmeticException.class, () -&gt; calc.divide(10,0));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898648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953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— 5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20954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calc.add(2,3) ==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calc.subtract(3,2) ==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calc.multiply(2,3) == 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calc.divide(6,3) ==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pytest.raises(ZeroDivisionError): calc.divide(10,0)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035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to introduce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add() to return a + b + 1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output: AssertionError: expected &lt;5&gt; but was &lt;6&gt;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208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  —  Common errors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956048"/>
            <a:ext cx="822960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Wrong exception type: ArithmeticException (Java) vs ZeroDivisionError (Python).  2. Fixture not injected: def test_x(): instead of def test_x(calc):.  3. assertEquals reversed: correct is assertEquals(expected, actual).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Lab 2 Answers —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Trainer Guide Part 2 - Selenium</dc:title>
  <dc:subject>PptxGenJS Presentation</dc:subject>
  <dc:creator>PptxGenJS</dc:creator>
  <cp:lastModifiedBy>PptxGenJS</cp:lastModifiedBy>
  <cp:revision>1</cp:revision>
  <dcterms:created xsi:type="dcterms:W3CDTF">2026-06-29T19:19:47Z</dcterms:created>
  <dcterms:modified xsi:type="dcterms:W3CDTF">2026-06-29T19:19:47Z</dcterms:modified>
</cp:coreProperties>
</file>