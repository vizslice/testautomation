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schedule — 09:00 to 16:00. Morning teaching covers Sections 01-03 (Foundations, Automation Fundamentals, Selenium). Afternoon is fully student-led lab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schedule — 09:00 to 16:00. Morning teaching covers Sections 04-05 (Unit Testing, API Testing). Afternoon combines Lab 2 and Lab 3 into one 3-hour student-led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SCHEDULE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040880" y="146304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463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Start  •  16:00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35024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35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286000" y="1618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Testing · Test Automation Fundamentals (start)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25m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01168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0848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Break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560320"/>
            <a:ext cx="8321040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88336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88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6334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286000" y="2971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Fundamentals (finish) · Selenium WebDriver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633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25m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364992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36499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64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43814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Lunch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0" y="3438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13632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07365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736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9867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 Lab 1 — Selenium Test Suite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286000" y="43251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build and run a 3-test Selenium suite independently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9867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hours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Schedule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SCHEDULE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040880" y="146304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463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Start  •  16:00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21040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35024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35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286000" y="1618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 — JUnit 5 &amp; pytest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25m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01168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0848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Break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0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560320"/>
            <a:ext cx="8321040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88336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88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6334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286000" y="2971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 — HTTP, Postman, REST Assured, Newman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633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25m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364992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36499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64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43814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Lunch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0" y="3438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13632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07365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736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9867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 Lab 2 + Lab 3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286000" y="43251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(Java &amp; Python) and API Tests (Postman &amp; REST Assured)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9867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hours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Schedule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Schedule</dc:title>
  <dc:subject>PptxGenJS Presentation</dc:subject>
  <dc:creator>PptxGenJS</dc:creator>
  <cp:lastModifiedBy>PptxGenJS</cp:lastModifiedBy>
  <cp:revision>1</cp:revision>
  <dcterms:created xsi:type="dcterms:W3CDTF">2026-06-30T10:44:21Z</dcterms:created>
  <dcterms:modified xsi:type="dcterms:W3CDTF">2026-06-30T10:44:21Z</dcterms:modified>
</cp:coreProperties>
</file>